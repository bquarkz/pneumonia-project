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DM Sans" pitchFamily="2" charset="77"/>
      <p:regular r:id="rId11"/>
      <p:bold r:id="rId12"/>
      <p:italic r:id="rId13"/>
    </p:embeddedFont>
    <p:embeddedFont>
      <p:font typeface="PT Serif" panose="020A0603040505020204" pitchFamily="18" charset="77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603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96860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Chest X-Ray Pneumonia Detection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432554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Capstone Project — Predicting Pneumonia from Chest X-Ray Images Using Machine Learning &amp; Deep Learning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0240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Background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09813"/>
            <a:ext cx="8284131" cy="46942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3178135"/>
            <a:ext cx="365319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Understanding the Problem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9638943" y="3777020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normal chest X-ray shows clear lungs.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Bacterial pneumonia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shows focal lobar consolidation (e.g., right upper lobe).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Viral pneumonia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shows a diffuse interstitial pattern in both lungs.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5795605"/>
            <a:ext cx="4205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Source: Cell, 2018 — Kermany et al.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431564" y="133057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Dataset Overview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1577561" y="2810589"/>
            <a:ext cx="3664744" cy="168759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1973424" y="301472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5,863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973424" y="3590924"/>
            <a:ext cx="3211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chest X-ray images (JPEG)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867613" y="2810589"/>
            <a:ext cx="3664863" cy="168759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7555437" y="299364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 Categories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385761" y="3737785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Pneumonia vs. Normal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2568802" y="4888348"/>
            <a:ext cx="7556421" cy="1324689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4950463" y="511326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 Splits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4332422" y="5659516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Train, Test, Validation folders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0240"/>
            <a:ext cx="809625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Source &amp; Quality Control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50436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Patient Cohort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103245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Anterior-posterior X-rays from pediatric patients aged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1–5 years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at Guangzhou Women and Children's Medical Center.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8166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Quality Assurance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5380553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Low-quality scans removed. Diagnoses graded by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expert physicians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with a third expert reviewing the evaluation set.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981" y="2309813"/>
            <a:ext cx="8284131" cy="46942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381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Objectives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131701"/>
            <a:ext cx="4196358" cy="3163967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3162181"/>
            <a:ext cx="4135398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2721888" y="328969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4069437"/>
            <a:ext cx="368177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Manual Feature Engineering &amp; EDA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51084" y="4949666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Pixel-based features and exploratory data analysis on X-ray images.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131701"/>
            <a:ext cx="4196358" cy="3163967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47442" y="3162181"/>
            <a:ext cx="4135398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7145060" y="328969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5474256" y="4069437"/>
            <a:ext cx="308467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Machine Learning (ML)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5474256" y="4577596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 classical ML models on engineered features.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131701"/>
            <a:ext cx="4196358" cy="3163967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70613" y="3162181"/>
            <a:ext cx="4135398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11568232" y="328969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9897427" y="4069437"/>
            <a:ext cx="368177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Computer Vision &amp; Deep Learning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9897427" y="4949666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CV and DL techniques for image classification.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808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Methodology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25" y="2035969"/>
            <a:ext cx="12625030" cy="473749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84546" y="3242694"/>
            <a:ext cx="652135" cy="6521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03535" y="5614224"/>
            <a:ext cx="1904234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Web Deploy</a:t>
            </a:r>
            <a:endParaRPr lang="en-US" sz="2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97120" y="3243917"/>
            <a:ext cx="652135" cy="65213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03678" y="5614224"/>
            <a:ext cx="1904234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DL &amp; CV</a:t>
            </a:r>
            <a:endParaRPr lang="en-US" sz="2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10307" y="3243917"/>
            <a:ext cx="652135" cy="65213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16864" y="5614224"/>
            <a:ext cx="1904234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ML Modeling</a:t>
            </a:r>
            <a:endParaRPr lang="en-US" sz="2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23493" y="3243917"/>
            <a:ext cx="652135" cy="65213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30050" y="5614224"/>
            <a:ext cx="1904234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EDA</a:t>
            </a:r>
            <a:endParaRPr lang="en-US" sz="2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23636" y="3243917"/>
            <a:ext cx="652135" cy="65213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91065" y="5614224"/>
            <a:ext cx="1904234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Feature Eng</a:t>
            </a:r>
            <a:endParaRPr lang="en-US" sz="2400" dirty="0"/>
          </a:p>
        </p:txBody>
      </p:sp>
      <p:sp>
        <p:nvSpPr>
          <p:cNvPr id="14" name="Text 6"/>
          <p:cNvSpPr/>
          <p:nvPr/>
        </p:nvSpPr>
        <p:spPr>
          <a:xfrm>
            <a:off x="793790" y="70286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phase builds on the previous — from raw pixel features through to a deployed web application.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1792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Evaluation Metrics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615809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61580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Accuracy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644253" y="4123968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Overall correct predictions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3615809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61580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Precision, Recall &amp; F1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8307348" y="4123968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Class-level performance balance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4049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494049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ROC-AUC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1644253" y="5448657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Discriminative ability of the model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494049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494049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Confusion Matrix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8307348" y="5448657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Detailed breakdown of predictions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987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Deliverables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2094786"/>
            <a:ext cx="340162" cy="3401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0906" y="2087761"/>
            <a:ext cx="386976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Cleaned &amp; Processed Dataset</a:t>
            </a:r>
            <a:endParaRPr lang="en-US" sz="2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3235881"/>
            <a:ext cx="340162" cy="3401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3228856"/>
            <a:ext cx="385107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Feature Engineering Pipeline</a:t>
            </a:r>
            <a:endParaRPr lang="en-US" sz="2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4376976"/>
            <a:ext cx="340162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30906" y="436995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Trained ML Models</a:t>
            </a:r>
            <a:endParaRPr lang="en-US" sz="2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5518071"/>
            <a:ext cx="340162" cy="34016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30906" y="5511046"/>
            <a:ext cx="396204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Deployed FastAPI Application</a:t>
            </a:r>
            <a:endParaRPr lang="en-US" sz="2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6659166"/>
            <a:ext cx="340162" cy="34016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530906" y="6652141"/>
            <a:ext cx="373260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Final Report &amp; Presentation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263</Words>
  <Application>Microsoft Macintosh PowerPoint</Application>
  <PresentationFormat>Custom</PresentationFormat>
  <Paragraphs>58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PT Serif</vt:lpstr>
      <vt:lpstr>Calibri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3</cp:revision>
  <dcterms:created xsi:type="dcterms:W3CDTF">2026-03-11T03:20:29Z</dcterms:created>
  <dcterms:modified xsi:type="dcterms:W3CDTF">2026-03-11T04:39:45Z</dcterms:modified>
</cp:coreProperties>
</file>